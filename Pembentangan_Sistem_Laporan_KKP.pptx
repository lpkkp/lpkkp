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SISTEM LAPORAN PRESTASI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KESELAMATAN &amp; KESIHATAN PEKERJAAN (KKP)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CDDEE"/>
                </a:solidFill>
                <a:latin typeface="Calibri"/>
              </a:rPr>
              <a:t>Pembentangan kepada Pengurusan Atasan</a:t>
            </a:r>
          </a:p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Inisiatif Digitalisasi Pelaporan Suku Tahunan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Latar Belakang &amp; Cabaran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Pelaporan prestasi KKP suku tahunan masih bergantung pada kaedah manual atau e-mel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Sukar untuk menjejak status penghantaran merentas Bahagian / Zon / Unit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Tiada pandangan berpusat bagi pihak pengurusan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Data dan dokumen tidak terstandard dan sukar diaudit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Proses penyediaan PDF memakan masa dan berulang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Objektif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Mendigitalkan pelaporan suku Keselamatan &amp; Kesihatan Pekerjaan (KKP)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Menyediakan borang standard untuk semua bahagian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Menjana laporan PDF secara automatik selepas penghantaran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Membolehkan pihak pengurusan memantau status penghantaran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Meningkatkan akauntabiliti melalui kawalan akses dan jejak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Penyelesaian Yang Dibangunkan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Platform web — boleh diakses melalui pelayar internet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Pengguna log masuk dengan e-mel atau nama bahagian + kata laluan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Borang laporan suku dengan Seksyen A hingga E (statistik, kemalangan, penyakit, aktiviti)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PDF dijana secara automatik — data disimpan, PDF tidak disimpan berulang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Panel pentadbir untuk kelulusan pengguna, pengurusan bahagian &amp; jejak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Ciri-ciri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Pendaftaran &amp; kelulusan pengguna oleh pentadbir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Borang laporan KKP suku dengan panduan pengisian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Penjanaan PDF automatik selepas penghantaran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Dashboard — statistik penghantaran mengikut suku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Senarai data laporan — lihat, muat turun, eksport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Jejak audit — rekod log masuk, penghantaran &amp; tindakan pentadbir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Tetapan semula kata laluan oleh pentadbir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Aliran Kerja Sistem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0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/>
              </a:rPr>
              <a:t>Daftar</a:t>
            </a:r>
          </a:p>
          <a:p>
            <a:r>
              <a:rPr sz="1200" b="0">
                <a:solidFill>
                  <a:srgbClr val="666666"/>
                </a:solidFill>
                <a:latin typeface="Calibri"/>
              </a:rPr>
              <a:t>Bahagian/Zon/Unit mendaftar akaun</a:t>
            </a:r>
          </a:p>
        </p:txBody>
      </p:sp>
      <p:sp>
        <p:nvSpPr>
          <p:cNvPr id="5" name="Oval 4"/>
          <p:cNvSpPr/>
          <p:nvPr/>
        </p:nvSpPr>
        <p:spPr>
          <a:xfrm>
            <a:off x="3383280" y="1417320"/>
            <a:ext cx="502920" cy="502920"/>
          </a:xfrm>
          <a:prstGeom prst="ellipse">
            <a:avLst/>
          </a:prstGeom>
          <a:solidFill>
            <a:srgbClr val="0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40" y="1417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/>
              </a:rPr>
              <a:t>Kelulusan</a:t>
            </a:r>
          </a:p>
          <a:p>
            <a:r>
              <a:rPr sz="1200" b="0">
                <a:solidFill>
                  <a:srgbClr val="666666"/>
                </a:solidFill>
                <a:latin typeface="Calibri"/>
              </a:rPr>
              <a:t>Pentadbir meluluskan pengguna baharu</a:t>
            </a:r>
          </a:p>
        </p:txBody>
      </p:sp>
      <p:sp>
        <p:nvSpPr>
          <p:cNvPr id="7" name="Oval 6"/>
          <p:cNvSpPr/>
          <p:nvPr/>
        </p:nvSpPr>
        <p:spPr>
          <a:xfrm>
            <a:off x="6263640" y="1417320"/>
            <a:ext cx="502920" cy="502920"/>
          </a:xfrm>
          <a:prstGeom prst="ellipse">
            <a:avLst/>
          </a:prstGeom>
          <a:solidFill>
            <a:srgbClr val="0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17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/>
              </a:rPr>
              <a:t>Log Masuk</a:t>
            </a:r>
          </a:p>
          <a:p>
            <a:r>
              <a:rPr sz="1200" b="0">
                <a:solidFill>
                  <a:srgbClr val="666666"/>
                </a:solidFill>
                <a:latin typeface="Calibri"/>
              </a:rPr>
              <a:t>Pengguna log masuk (e-mel atau bahagian)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749039"/>
            <a:ext cx="502920" cy="502920"/>
          </a:xfrm>
          <a:prstGeom prst="ellipse">
            <a:avLst/>
          </a:prstGeom>
          <a:solidFill>
            <a:srgbClr val="0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/>
              </a:rPr>
              <a:t>Isi Borang</a:t>
            </a:r>
          </a:p>
          <a:p>
            <a:r>
              <a:rPr sz="1200" b="0">
                <a:solidFill>
                  <a:srgbClr val="666666"/>
                </a:solidFill>
                <a:latin typeface="Calibri"/>
              </a:rPr>
              <a:t>Laporan suku KKP diisi dalam talian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3749039"/>
            <a:ext cx="502920" cy="502920"/>
          </a:xfrm>
          <a:prstGeom prst="ellipse">
            <a:avLst/>
          </a:prstGeom>
          <a:solidFill>
            <a:srgbClr val="0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749039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/>
              </a:rPr>
              <a:t>PDF Automatik</a:t>
            </a:r>
          </a:p>
          <a:p>
            <a:r>
              <a:rPr sz="1200" b="0">
                <a:solidFill>
                  <a:srgbClr val="666666"/>
                </a:solidFill>
                <a:latin typeface="Calibri"/>
              </a:rPr>
              <a:t>Laporan PDF dijana &amp; dimuat turun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3749039"/>
            <a:ext cx="502920" cy="502920"/>
          </a:xfrm>
          <a:prstGeom prst="ellipse">
            <a:avLst/>
          </a:prstGeom>
          <a:solidFill>
            <a:srgbClr val="0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49039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/>
              </a:rPr>
              <a:t>Pemantauan</a:t>
            </a:r>
          </a:p>
          <a:p>
            <a:r>
              <a:rPr sz="1200" b="0">
                <a:solidFill>
                  <a:srgbClr val="666666"/>
                </a:solidFill>
                <a:latin typeface="Calibri"/>
              </a:rPr>
              <a:t>Pengurusan pantau status penghantaran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 — Sulit Dalaman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Manfaat Kepada Organisasi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5C4A"/>
                </a:solidFill>
                <a:latin typeface="Calibri"/>
              </a:rPr>
              <a:t>Kecekapan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Borang standard untuk semua bahagian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PDF dijana serta-merta selepas hantar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Kemas kini laporan suku yang sama dibenarkan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Kurang bergantung pada e-mel &amp; fail berselerak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5C4A"/>
                </a:solidFill>
                <a:latin typeface="Calibri"/>
              </a:rPr>
              <a:t>Kawalan &amp; Ketelusan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Dashboard status penghantaran suku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Akses mengikut bahagian — pengguna lihat data sendiri sahaja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Kelulusan pengguna baharu oleh pentadbir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Jejak audit untuk akauntabiliti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 — Sulit Dalaman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Kawalan Keselamatan &amp; Tadbir Urus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Log masuk diperlukan untuk semua akses sistem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Peranan pengguna: Pentadbir, Pengguna, Menunggu, Ditolak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Pengguna baharu mesti diluluskan sebelum boleh menggunakan sistem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Data laporan dihadkan mengikut bahagian (pentadbir akses semua)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Jejak audit merekod: log masuk, penghantaran laporan, pendaftaran, tindakan admin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Peraturan keselamatan Firestore mengawal akses pangkalan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Anggaran Kos Projek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Calibri"/>
              </a:rPr>
              <a:t>Anggaran berdasarkan skala penggunaan semasa dan pasaran Sabah / Malaysia (2026)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Komponen</a:t>
                      </a:r>
                    </a:p>
                  </a:txBody>
                  <a:tcPr>
                    <a:solidFill>
                      <a:srgbClr val="2E6B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Kos Anggaran (RM)</a:t>
                      </a:r>
                    </a:p>
                  </a:txBody>
                  <a:tcPr>
                    <a:solidFill>
                      <a:srgbClr val="2E6B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Catatan</a:t>
                      </a:r>
                    </a:p>
                  </a:txBody>
                  <a:tcPr>
                    <a:solidFill>
                      <a:srgbClr val="2E6BA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Pembangunan (dalaman)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 – 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Kos peluang masa kakitangan; tiada invois langsung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Pembangunan (outsource Sabah)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15,000 – 25,000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Nilai pasaran jika dibangunkan oleh vendor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Operasi tahunan (Firebase / hosting)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 – 500 / tahun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Percuma pada skala semasa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Penyelenggaraan tahunan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 – 5,000 / tahun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Sokongan teknikal &amp; kemas kini kecil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977639"/>
            <a:ext cx="8046720" cy="1005840"/>
          </a:xfrm>
          <a:prstGeom prst="roundRect">
            <a:avLst/>
          </a:prstGeom>
          <a:solidFill>
            <a:srgbClr val="E8F5E9"/>
          </a:solidFill>
          <a:ln>
            <a:solidFill>
              <a:srgbClr val="0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D5C4A"/>
                </a:solidFill>
                <a:latin typeface="Calibri"/>
              </a:rPr>
              <a:t>Ringkasan: Kos operasi tahunan hampir sifar (RM 0–500). Berbanding perisian komersial KKP (RM 20,000–100,000+/tahun), sistem ini memberi nilai tinggi pada kos rendah.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 — Sulit Dalaman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Perbandingan Pendekatan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Pendekatan</a:t>
                      </a:r>
                    </a:p>
                  </a:txBody>
                  <a:tcPr>
                    <a:solidFill>
                      <a:srgbClr val="2E6B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Kos Tahunan</a:t>
                      </a:r>
                    </a:p>
                  </a:txBody>
                  <a:tcPr>
                    <a:solidFill>
                      <a:srgbClr val="2E6B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Keterangan</a:t>
                      </a:r>
                    </a:p>
                  </a:txBody>
                  <a:tcPr>
                    <a:solidFill>
                      <a:srgbClr val="2E6BA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Sistem ini (Laporan KKP)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RM 0 – 3,000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Digital, terpusat, jejak audit, PDF automatik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Excel + e-mel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RM 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Manual, sukar dijejak, tiada kawalan berpusat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Perisian KKP komersial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RM 20,000 – 200,000+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Mahal, mungkin melebihi keperluan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Sistem enterprise (tender)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RM 100,000 – 500,000+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Jangka masa panjang, kos tinggi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 — Sulit Dalaman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Status Semasa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Sistem telah dibangunkan dan berfungsi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Modul utama siap: log masuk, pendaftaran, borang, data, admin, profil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Jejak audit telah ditambah untuk pemantauan aktiviti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Panduan pengisian laporan (PDF) tersedia untuk pengguna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Peraturan keselamatan Firestore perlu disahkan/dikemas kini di Firebase Console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Sedia untuk fasa percubaan dengan bahagian terpilih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Langkah Seterusnya (Cadangan)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Kelulusan pengurusan untuk fasa percubaan / penggunaan rasmi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Penetapan pentadbir sistem untuk kelulusan pengguna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Latihan ringkas untuk penyelaras bahagian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Arahan rasmi: laporan suku KKP melalui sistem ini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Penambahbaikan fasa seterusnya: notifikasi e-mel, analitik 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Demonstrasi Sistem (Live 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1.  Pendaftaran pengguna baharu → kelulusan pentadbir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2.  Log masuk sebagai pengguna bahagian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3.  Isi &amp; hantar borang laporan suku KKP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4.  Muat turun PDF automatik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5.  Dashboard — lihat statistik penghantaran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6.  Halaman Data — senarai &amp; tapis laporan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7.  Panel Admin — pengurusan pengguna &amp; jejak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Sistem Laporan Prestasi KKP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Kesimpulan</a:t>
            </a:r>
          </a:p>
          <a:p>
            <a:pPr algn="ctr">
              <a:spcBef>
                <a:spcPts val="1200"/>
              </a:spcBef>
            </a:pPr>
            <a:r>
              <a:rPr sz="1800" b="0">
                <a:solidFill>
                  <a:srgbClr val="CCDDEE"/>
                </a:solidFill>
                <a:latin typeface="Calibri"/>
              </a:rPr>
              <a:t>•  Sistem ini memudahkan pematuhan pelaporan KKP suku tahunan</a:t>
            </a:r>
          </a:p>
          <a:p>
            <a:pPr algn="ctr">
              <a:spcBef>
                <a:spcPts val="1200"/>
              </a:spcBef>
            </a:pPr>
            <a:r>
              <a:rPr sz="1800" b="0">
                <a:solidFill>
                  <a:srgbClr val="CCDDEE"/>
                </a:solidFill>
                <a:latin typeface="Calibri"/>
              </a:rPr>
              <a:t>•  Memberi pandangan berpusat kepada pihak pengurusan</a:t>
            </a:r>
          </a:p>
          <a:p>
            <a:pPr algn="ctr">
              <a:spcBef>
                <a:spcPts val="1200"/>
              </a:spcBef>
            </a:pPr>
            <a:r>
              <a:rPr sz="1800" b="0">
                <a:solidFill>
                  <a:srgbClr val="CCDDEE"/>
                </a:solidFill>
                <a:latin typeface="Calibri"/>
              </a:rPr>
              <a:t>•  Kos operasi rendah dan penyelenggaraan ringkas</a:t>
            </a:r>
          </a:p>
          <a:p>
            <a:pPr algn="ctr">
              <a:spcBef>
                <a:spcPts val="1200"/>
              </a:spcBef>
            </a:pPr>
            <a:r>
              <a:rPr sz="1800" b="0">
                <a:solidFill>
                  <a:srgbClr val="CCDDEE"/>
                </a:solidFill>
                <a:latin typeface="Calibri"/>
              </a:rPr>
              <a:t>•  Sedia untuk fasa percubaan / penggunaan rasmi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9A227"/>
                </a:solidFill>
                <a:latin typeface="Calibri"/>
              </a:rPr>
              <a:t>Terima Kasih  |  Saya bersedia menjawab sebarang pertanyaan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